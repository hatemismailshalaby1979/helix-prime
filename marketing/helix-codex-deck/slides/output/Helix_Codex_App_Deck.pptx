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6263640" y="1188720"/>
            <a:ext cx="2331720" cy="749808"/>
          </a:xfrm>
          <a:prstGeom prst="roundRect">
            <a:avLst>
              <a:gd name="adj" fmla="val 19512"/>
            </a:avLst>
          </a:prstGeom>
          <a:solidFill>
            <a:srgbClr val="EDF2F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2084832"/>
            <a:ext cx="2331720" cy="749808"/>
          </a:xfrm>
          <a:prstGeom prst="roundRect">
            <a:avLst>
              <a:gd name="adj" fmla="val 19512"/>
            </a:avLst>
          </a:prstGeom>
          <a:solidFill>
            <a:srgbClr val="EDF2F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2980944"/>
            <a:ext cx="2331720" cy="749808"/>
          </a:xfrm>
          <a:prstGeom prst="roundRect">
            <a:avLst>
              <a:gd name="adj" fmla="val 19512"/>
            </a:avLst>
          </a:prstGeom>
          <a:solidFill>
            <a:srgbClr val="EF233C">
              <a:alpha val="5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7160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Helix Codex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58368" y="235915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 OS your team can actually own.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3127248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docs, tasks, calendar, on-call, attendance and an AI organization that executes — behind an audit trail, on your own hardware.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43159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Codex OS   ·   Hatem Shalaby   ·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3886200" cy="1444752"/>
          </a:xfrm>
          <a:prstGeom prst="roundRect">
            <a:avLst>
              <a:gd name="adj" fmla="val 12658"/>
            </a:avLst>
          </a:prstGeom>
          <a:solidFill>
            <a:srgbClr val="EDF2F4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48132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 </a:t>
            </a:r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1956816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subscriptions, rented data, and AI that only suggests.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298448"/>
            <a:ext cx="3886200" cy="1444752"/>
          </a:xfrm>
          <a:prstGeom prst="roundRect">
            <a:avLst>
              <a:gd name="adj" fmla="val 12658"/>
            </a:avLst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4965192" y="148132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 </a:t>
            </a:r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65192" y="1956816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docs, tasks, calendar, on-call and attendance in one place.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3886200" cy="1444752"/>
          </a:xfrm>
          <a:prstGeom prst="roundRect">
            <a:avLst>
              <a:gd name="adj" fmla="val 12658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2724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 </a:t>
            </a:r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intelligence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" y="3602736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agent roles, governed workflows, and a memory that improves with use.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2944368"/>
            <a:ext cx="3886200" cy="1444752"/>
          </a:xfrm>
          <a:prstGeom prst="roundRect">
            <a:avLst>
              <a:gd name="adj" fmla="val 12658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312724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 </a:t>
            </a:r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offer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65192" y="3602736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tiers. Sample data is free. Live data is paid.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operations teams are tired of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591056"/>
            <a:ext cx="475488" cy="47548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91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6464" y="14904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stack is six subscriptions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26464" y="1847088"/>
            <a:ext cx="69677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 one app, documents in another, tasks somewhere else. Nothing talks to anything, and you pay for all of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0467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70048"/>
            <a:ext cx="475488" cy="47548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670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26464" y="256946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data lives in someone else's cloud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26464" y="2926080"/>
            <a:ext cx="69677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roster, the CRM, the payroll export. All rented, all out of your hands, all priced per seat, forever.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80467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49040"/>
            <a:ext cx="475488" cy="47548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749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26464" y="364845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only suggests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6464" y="4005072"/>
            <a:ext cx="69677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a tidy paragraph. Then a person retypes it into the system that actually does the work.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app for the whole company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883664" cy="868680"/>
          </a:xfrm>
          <a:prstGeom prst="roundRect">
            <a:avLst>
              <a:gd name="adj" fmla="val 16842"/>
            </a:avLst>
          </a:prstGeom>
          <a:solidFill>
            <a:srgbClr val="EDF2F4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40817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64208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1207008"/>
            <a:ext cx="1883664" cy="868680"/>
          </a:xfrm>
          <a:prstGeom prst="roundRect">
            <a:avLst>
              <a:gd name="adj" fmla="val 16842"/>
            </a:avLst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2761488" y="140817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2761488" y="1664208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Documents &amp; SOPs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207008"/>
            <a:ext cx="1883664" cy="868680"/>
          </a:xfrm>
          <a:prstGeom prst="roundRect">
            <a:avLst>
              <a:gd name="adj" fmla="val 16842"/>
            </a:avLst>
          </a:prstGeom>
          <a:solidFill>
            <a:srgbClr val="EDF2F4"/>
          </a:solidFill>
          <a:ln/>
        </p:spPr>
      </p:sp>
      <p:sp>
        <p:nvSpPr>
          <p:cNvPr id="10" name="Shape 8"/>
          <p:cNvSpPr/>
          <p:nvPr/>
        </p:nvSpPr>
        <p:spPr>
          <a:xfrm>
            <a:off x="4773168" y="140817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664208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207008"/>
            <a:ext cx="1883664" cy="868680"/>
          </a:xfrm>
          <a:prstGeom prst="roundRect">
            <a:avLst>
              <a:gd name="adj" fmla="val 16842"/>
            </a:avLst>
          </a:prstGeom>
          <a:solidFill>
            <a:srgbClr val="EDF2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40817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784848" y="1664208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185416"/>
            <a:ext cx="1883664" cy="868680"/>
          </a:xfrm>
          <a:prstGeom prst="roundRect">
            <a:avLst>
              <a:gd name="adj" fmla="val 16842"/>
            </a:avLst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2386584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642616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On-call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60320" y="2185416"/>
            <a:ext cx="1883664" cy="868680"/>
          </a:xfrm>
          <a:prstGeom prst="roundRect">
            <a:avLst>
              <a:gd name="adj" fmla="val 16842"/>
            </a:avLst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2386584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2761488" y="2642616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2185416"/>
            <a:ext cx="1883664" cy="868680"/>
          </a:xfrm>
          <a:prstGeom prst="roundRect">
            <a:avLst>
              <a:gd name="adj" fmla="val 16842"/>
            </a:avLst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4773168" y="2386584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2642616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2185416"/>
            <a:ext cx="1883664" cy="868680"/>
          </a:xfrm>
          <a:prstGeom prst="roundRect">
            <a:avLst>
              <a:gd name="adj" fmla="val 16842"/>
            </a:avLst>
          </a:prstGeom>
          <a:solidFill>
            <a:srgbClr val="EDF2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784848" y="2386584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2642616"/>
            <a:ext cx="1536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316382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two sections most people never see: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529584"/>
            <a:ext cx="3886200" cy="9144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6393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39502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overview and governed workflow approvals.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529584"/>
            <a:ext cx="3886200" cy="9144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6393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Cockpit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39502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owner's numbers. Managers and owners only, enforced server-side.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day in the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029968"/>
            <a:ext cx="7406640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19072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Punch 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tap. The server sets the time, not the phone.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719072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48840" y="2514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Catch 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8163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mentions and notifications arrive in one stream.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1719072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2514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work done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8163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move across the board and notify the next person.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1719072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2514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SOP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8163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holds the current version, not last year's.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1719072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0" y="2514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the 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8163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totals itself and the manager sees the week.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actions is recorded. The audit trail is not a separate system bolted on at the end.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organization, not a chatbot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4" name="Text 2"/>
          <p:cNvSpPr/>
          <p:nvPr/>
        </p:nvSpPr>
        <p:spPr>
          <a:xfrm>
            <a:off x="768096" y="13807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" y="1709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Coordinator / CEO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3465576" y="13807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65576" y="1709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GM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6163056" y="13807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PHILI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63056" y="1709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Personnel GM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67712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4140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" y="274320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GM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267712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3465576" y="24140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65576" y="274320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GM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267712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24140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LIZA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63056" y="274320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00984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44728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8096" y="377647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Quality GM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300984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3465576" y="344728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65576" y="377647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GM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300984"/>
            <a:ext cx="2560320" cy="9144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8" name="Text 26"/>
          <p:cNvSpPr/>
          <p:nvPr/>
        </p:nvSpPr>
        <p:spPr>
          <a:xfrm>
            <a:off x="6163056" y="344728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63056" y="377647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Revenue Assurance GM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31596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roles with a named responsibility, an approval limit and an owner to escalate to.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that run on a rail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71600" cy="777240"/>
          </a:xfrm>
          <a:prstGeom prst="roundRect">
            <a:avLst>
              <a:gd name="adj" fmla="val 18824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152704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1284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raises the request.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12848" y="1325880"/>
            <a:ext cx="1371600" cy="777240"/>
          </a:xfrm>
          <a:prstGeom prst="roundRect">
            <a:avLst>
              <a:gd name="adj" fmla="val 18824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52704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12848" y="221284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gate checks 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77056" y="1325880"/>
            <a:ext cx="1371600" cy="777240"/>
          </a:xfrm>
          <a:prstGeom prst="roundRect">
            <a:avLst>
              <a:gd name="adj" fmla="val 18824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3950208" y="152704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77056" y="221284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approver decides, and the reason is recorded.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41264" y="1325880"/>
            <a:ext cx="1371600" cy="777240"/>
          </a:xfrm>
          <a:prstGeom prst="roundRect">
            <a:avLst>
              <a:gd name="adj" fmla="val 18824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5614416" y="152704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41264" y="221284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runs the work.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05472" y="1325880"/>
            <a:ext cx="1371600" cy="777240"/>
          </a:xfrm>
          <a:prstGeom prst="roundRect">
            <a:avLst>
              <a:gd name="adj" fmla="val 18824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7278624" y="1527048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05472" y="221284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lands in the trail with its correlation id.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54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mutating action goes through the engine and a gate.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712464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11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executes without the approval it requires.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169664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690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keeps its correlation id, so any action can be traced end to end.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owner's cockpit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517904" cy="1234440"/>
          </a:xfrm>
          <a:prstGeom prst="roundRect">
            <a:avLst>
              <a:gd name="adj" fmla="val 11852"/>
            </a:avLst>
          </a:prstGeom>
          <a:solidFill>
            <a:srgbClr val="EDF2F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6184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21305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athletes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76272" y="1417320"/>
            <a:ext cx="1517904" cy="1234440"/>
          </a:xfrm>
          <a:prstGeom prst="roundRect">
            <a:avLst>
              <a:gd name="adj" fmla="val 11852"/>
            </a:avLst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6184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62,400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0" y="21305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(USD)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03904" y="1417320"/>
            <a:ext cx="1517904" cy="1234440"/>
          </a:xfrm>
          <a:prstGeom prst="roundRect">
            <a:avLst>
              <a:gd name="adj" fmla="val 11852"/>
            </a:avLst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3913632" y="16184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13632" y="21305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(7d)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31536" y="1417320"/>
            <a:ext cx="1517904" cy="1234440"/>
          </a:xfrm>
          <a:prstGeom prst="roundRect">
            <a:avLst>
              <a:gd name="adj" fmla="val 11852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5541264" y="16184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41264" y="21305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athletes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59168" y="1417320"/>
            <a:ext cx="1517904" cy="1234440"/>
          </a:xfrm>
          <a:prstGeom prst="roundRect">
            <a:avLst>
              <a:gd name="adj" fmla="val 11852"/>
            </a:avLst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7168896" y="16184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68896" y="21305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utilisation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8529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Sports Academy capability pack - the first vertical pack.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419856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101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and owners only. The check runs at the route, again in the service, and again at the policy seam.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77056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673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is labelled on every card. Nothing on this screen pretends to be live.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person gets a memory that improves with 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289304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2801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 an improvement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929384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202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it against history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6032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the evidence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209544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2004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human approves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849624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4048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Versioned and reversible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3749040" cy="3246120"/>
          </a:xfrm>
          <a:prstGeom prst="roundRect">
            <a:avLst>
              <a:gd name="adj" fmla="val 4507"/>
            </a:avLst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4173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reviewer actually sees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828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rate before the change.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3042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rate after it.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27797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two.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32552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historical cases were used.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74920" y="37307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simulated cases were used.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applies itself. A user's own approval is never enough to make a rule company-wide — that takes a second, independent approver.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governance is real, not a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5179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14447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closed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883664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control cannot be checked, the action is denied and an error is raised. It never quietly carries 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965192" y="15179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276088" y="14447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action is a node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65192" y="1883664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write carries its tenant, classification, provenance and a correlation id that survives every boundary.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31181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30449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Simulated stays labelled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3483864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historical and live data look different on screen. Always.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965192" y="31181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276088" y="30449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 is a proposal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65192" y="3483864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self-deploys. It takes evaluation, review, approval, a version and a rollback path.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Accounts, roles and limits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86200" cy="3154680"/>
          </a:xfrm>
          <a:prstGeom prst="roundRect">
            <a:avLst>
              <a:gd name="adj" fmla="val 4638"/>
            </a:avLst>
          </a:prstGeom>
          <a:solidFill>
            <a:srgbClr val="EDF2F4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1234440"/>
            <a:ext cx="3886200" cy="3154680"/>
          </a:xfrm>
          <a:prstGeom prst="roundRect">
            <a:avLst>
              <a:gd name="adj" fmla="val 4638"/>
            </a:avLst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173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people sign 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84708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username and a domain, so one company is one tenant.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32257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scrypt, never stored in the clear.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79806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cookie sessions. No tokens to leak.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327355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CSRF check on every write, not just the important ones.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374904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after repeated failures, and sessions that revoke the moment an account is disabled.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65192" y="14173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reaches what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65192" y="1847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65192" y="2121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documents, tasks, calendar and the punch clock.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5192" y="26334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65192" y="29077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that, plus operations, team views and memory review.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5192" y="3419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65192" y="36941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that, plus the cockpit, admin and the evidence export.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the phone in their pocket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82496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Installs from the browser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7099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store, no review queue, no download to explain to staff.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2432304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671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when the signal does not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5973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and the pages you last opened stay readable offline.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182112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169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One-handed by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0954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pixel tap targets and a bottom nav that sits under the thumb.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667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 instantly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95935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fonts and no build step, so there is nothing to wait for.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20840" y="1325880"/>
            <a:ext cx="1600200" cy="2926080"/>
          </a:xfrm>
          <a:prstGeom prst="roundRect">
            <a:avLst>
              <a:gd name="adj" fmla="val 12571"/>
            </a:avLst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481328"/>
            <a:ext cx="1325880" cy="2615184"/>
          </a:xfrm>
          <a:prstGeom prst="roundRect">
            <a:avLst>
              <a:gd name="adj" fmla="val 9655"/>
            </a:avLst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995160" y="1737360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2157984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0" y="257860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160" y="2999232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Grows with the business, not against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 pack declares its own sections, roles, workflows and metrics. Five rules stop a pack from quietly widening its own authority.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17904" cy="1874520"/>
          </a:xfrm>
          <a:prstGeom prst="roundRect">
            <a:avLst>
              <a:gd name="adj" fmla="val 963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92808"/>
            <a:ext cx="237744" cy="23774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raise a role's spending limit.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76272" y="1691640"/>
            <a:ext cx="1517904" cy="1874520"/>
          </a:xfrm>
          <a:prstGeom prst="roundRect">
            <a:avLst>
              <a:gd name="adj" fmla="val 963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5728" y="1892808"/>
            <a:ext cx="237744" cy="23774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2395728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59152" y="25603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 a capability another pack already owns.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03904" y="1691640"/>
            <a:ext cx="1517904" cy="1874520"/>
          </a:xfrm>
          <a:prstGeom prst="roundRect">
            <a:avLst>
              <a:gd name="adj" fmla="val 963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892808"/>
            <a:ext cx="237744" cy="23774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86784" y="25603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live data unless its readiness is established.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31536" y="1691640"/>
            <a:ext cx="1517904" cy="1874520"/>
          </a:xfrm>
          <a:prstGeom prst="roundRect">
            <a:avLst>
              <a:gd name="adj" fmla="val 963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50992" y="1892808"/>
            <a:ext cx="237744" cy="23774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650992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14416" y="25603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Version-gated. A pack too new for the core will not load.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59168" y="1691640"/>
            <a:ext cx="1517904" cy="1874520"/>
          </a:xfrm>
          <a:prstGeom prst="roundRect">
            <a:avLst>
              <a:gd name="adj" fmla="val 963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78624" y="1892808"/>
            <a:ext cx="237744" cy="23774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7278624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42048" y="25603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review its own actions.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8221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section without touching core code. It stays hidden from anyone without the permission, and the route refuses them even if they try it directly.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83664" cy="2331720"/>
          </a:xfrm>
          <a:prstGeom prst="roundRect">
            <a:avLst>
              <a:gd name="adj" fmla="val 7767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4630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18105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2286000"/>
            <a:ext cx="1481328" cy="0"/>
          </a:xfrm>
          <a:prstGeom prst="line">
            <a:avLst/>
          </a:prstGeom>
          <a:noFill/>
          <a:ln w="12700">
            <a:solidFill>
              <a:srgbClr val="ED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39572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tenant, sample data, self-hosted on your own machine.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1280160"/>
            <a:ext cx="1883664" cy="2331720"/>
          </a:xfrm>
          <a:prstGeom prst="roundRect">
            <a:avLst>
              <a:gd name="adj" fmla="val 7767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9776" y="14630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Helix Cloud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79776" y="18105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779776" y="2286000"/>
            <a:ext cx="1481328" cy="0"/>
          </a:xfrm>
          <a:prstGeom prst="line">
            <a:avLst/>
          </a:prstGeom>
          <a:noFill/>
          <a:ln w="12700">
            <a:solidFill>
              <a:srgbClr val="EDF2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9776" y="239572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seat, per month, billed annually. Minimum five seats.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08576" y="1280160"/>
            <a:ext cx="1883664" cy="2331720"/>
          </a:xfrm>
          <a:prstGeom prst="roundRect">
            <a:avLst>
              <a:gd name="adj" fmla="val 7767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4630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Packs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9744" y="18105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$49–$499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809744" y="2286000"/>
            <a:ext cx="1481328" cy="0"/>
          </a:xfrm>
          <a:prstGeom prst="line">
            <a:avLst/>
          </a:prstGeom>
          <a:noFill/>
          <a:ln w="12700">
            <a:solidFill>
              <a:srgbClr val="EDF2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239572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or $1,500 to $5,000 perpetual.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38544" y="1280160"/>
            <a:ext cx="1883664" cy="2331720"/>
          </a:xfrm>
          <a:prstGeom prst="roundRect">
            <a:avLst>
              <a:gd name="adj" fmla="val 7767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14630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9712" y="18105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$15k–$50k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39712" y="2286000"/>
            <a:ext cx="1481328" cy="0"/>
          </a:xfrm>
          <a:prstGeom prst="line">
            <a:avLst/>
          </a:prstGeom>
          <a:noFill/>
          <a:ln w="12700">
            <a:solidFill>
              <a:srgbClr val="EDF2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239572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year. Deployment, onboarding and support.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simple: sample data is free, live data is paid.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wins where the giants don't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86200" cy="3246120"/>
          </a:xfrm>
          <a:prstGeom prst="roundRect">
            <a:avLst>
              <a:gd name="adj" fmla="val 4507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188720"/>
            <a:ext cx="3886200" cy="3246120"/>
          </a:xfrm>
          <a:prstGeom prst="roundRect">
            <a:avLst>
              <a:gd name="adj" fmla="val 4507"/>
            </a:avLst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3502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usual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65192" y="133502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Helix Codex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7830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9842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else's cloud.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5192" y="17830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5192" y="19842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hardware, your rules.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295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AI's role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24963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Suggests. A person retypes it.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5192" y="2295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AI's role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65192" y="24963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inside a governance boundary.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8072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shape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0083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seat, per module, forever.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5192" y="28072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shape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5192" y="30083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for nothing. Pay for live data.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3192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Customisation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520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vendor roadmap allows.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5192" y="33192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Customisation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65192" y="3520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packs you add without touching core.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8313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a phone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40325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cut-down web view.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65192" y="38313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a phone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65192" y="40325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installable app that works offline.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one academy.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Scoach Academy Hub is the first deployment. A working pilot in weeks, not quarters.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" y="2468880"/>
            <a:ext cx="310896" cy="31089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468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46888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pilot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days, your data, your hardware, no migration project.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3127248"/>
            <a:ext cx="310896" cy="31089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127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12724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your capability pack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34015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sections and metrics your business actually uses, not a generic template.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3785616"/>
            <a:ext cx="310896" cy="31089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785616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 the result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05993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code, the data and the audit trail stay with you.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49884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Hatem Shalaby   ·   Helix Codex OS   ·   github.com/HatemIsmailShalaby1979/Helix-Prime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2026-09-14T21:56:17Z</dcterms:created>
  <dcterms:modified xsi:type="dcterms:W3CDTF">2026-09-14T21:56:17Z</dcterms:modified>
</cp:coreProperties>
</file>